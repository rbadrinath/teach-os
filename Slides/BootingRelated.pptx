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1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16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80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6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04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9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2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6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1016A-E7A7-4BD5-8877-56C542296689}" type="datetimeFigureOut">
              <a:rPr lang="en-US" smtClean="0"/>
              <a:t>21-Feb-25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6D8F1-D1DB-41D9-BF93-86A9D373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0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does it boot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4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Knowing your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HW Overview</a:t>
            </a:r>
          </a:p>
          <a:p>
            <a:pPr lvl="1"/>
            <a:r>
              <a:rPr lang="en-US" dirty="0" err="1" smtClean="0"/>
              <a:t>lshw</a:t>
            </a:r>
            <a:endParaRPr lang="en-US" dirty="0" smtClean="0"/>
          </a:p>
          <a:p>
            <a:r>
              <a:rPr lang="en-US" dirty="0" smtClean="0"/>
              <a:t>CPU</a:t>
            </a:r>
          </a:p>
          <a:p>
            <a:pPr lvl="1"/>
            <a:r>
              <a:rPr lang="en-US" dirty="0" err="1" smtClean="0"/>
              <a:t>lscpu</a:t>
            </a:r>
            <a:endParaRPr lang="en-US" dirty="0" smtClean="0"/>
          </a:p>
          <a:p>
            <a:r>
              <a:rPr lang="en-US" dirty="0" smtClean="0"/>
              <a:t>Memory</a:t>
            </a:r>
          </a:p>
          <a:p>
            <a:r>
              <a:rPr lang="en-US" dirty="0" smtClean="0"/>
              <a:t>OS</a:t>
            </a:r>
          </a:p>
          <a:p>
            <a:pPr lvl="1"/>
            <a:r>
              <a:rPr lang="en-US" dirty="0" err="1"/>
              <a:t>uname</a:t>
            </a:r>
            <a:r>
              <a:rPr lang="en-US" dirty="0"/>
              <a:t> –</a:t>
            </a:r>
            <a:r>
              <a:rPr lang="en-US" dirty="0" smtClean="0"/>
              <a:t>a</a:t>
            </a:r>
          </a:p>
          <a:p>
            <a:pPr lvl="1"/>
            <a:r>
              <a:rPr lang="en-US" dirty="0" smtClean="0"/>
              <a:t>ls /boot</a:t>
            </a:r>
            <a:endParaRPr lang="en-US" dirty="0" smtClean="0"/>
          </a:p>
          <a:p>
            <a:r>
              <a:rPr lang="en-US" dirty="0" smtClean="0"/>
              <a:t>Disks</a:t>
            </a:r>
          </a:p>
          <a:p>
            <a:pPr lvl="1"/>
            <a:r>
              <a:rPr lang="en-US" dirty="0" err="1" smtClean="0"/>
              <a:t>lsblk</a:t>
            </a:r>
            <a:r>
              <a:rPr lang="en-US" dirty="0" smtClean="0"/>
              <a:t>  </a:t>
            </a:r>
            <a:r>
              <a:rPr lang="en-US" dirty="0" smtClean="0"/>
              <a:t>( -f for UUID)</a:t>
            </a:r>
          </a:p>
          <a:p>
            <a:r>
              <a:rPr lang="en-US" dirty="0" smtClean="0"/>
              <a:t>Network</a:t>
            </a:r>
          </a:p>
          <a:p>
            <a:pPr lvl="1"/>
            <a:r>
              <a:rPr lang="en-US" dirty="0" err="1" smtClean="0"/>
              <a:t>Ifconfig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60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/</a:t>
            </a:r>
            <a:r>
              <a:rPr lang="en-US" dirty="0" err="1" smtClean="0"/>
              <a:t>etc</a:t>
            </a:r>
            <a:r>
              <a:rPr lang="en-US" dirty="0" smtClean="0"/>
              <a:t>/default/grub</a:t>
            </a:r>
            <a:br>
              <a:rPr lang="en-US" dirty="0" smtClean="0"/>
            </a:br>
            <a:r>
              <a:rPr lang="en-US" dirty="0" smtClean="0"/>
              <a:t>GRUB_DEFAULT=0</a:t>
            </a:r>
            <a:br>
              <a:rPr lang="en-US" dirty="0" smtClean="0"/>
            </a:br>
            <a:r>
              <a:rPr lang="en-US" dirty="0" smtClean="0"/>
              <a:t>GRUB_TIMEOUT_STYLE=hidden</a:t>
            </a:r>
            <a:br>
              <a:rPr lang="en-US" dirty="0" smtClean="0"/>
            </a:br>
            <a:r>
              <a:rPr lang="en-US" dirty="0" smtClean="0"/>
              <a:t>GRUB_TIMEOUT=0</a:t>
            </a:r>
          </a:p>
          <a:p>
            <a:r>
              <a:rPr lang="en-US" dirty="0" smtClean="0"/>
              <a:t>Says how grub boots – which is the default kernel, whether a menu is printed, if so how much time before default </a:t>
            </a:r>
            <a:r>
              <a:rPr lang="en-US" smtClean="0"/>
              <a:t>is booted.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1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01581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Look at what </a:t>
            </a:r>
            <a:r>
              <a:rPr lang="en-US" dirty="0" err="1" smtClean="0"/>
              <a:t>dmesg</a:t>
            </a:r>
            <a:r>
              <a:rPr lang="en-US" dirty="0" smtClean="0"/>
              <a:t> says on my system(a VM):</a:t>
            </a:r>
          </a:p>
          <a:p>
            <a:pPr marL="0" indent="0">
              <a:buNone/>
            </a:pPr>
            <a:r>
              <a:rPr lang="en-US" dirty="0" smtClean="0"/>
              <a:t>… </a:t>
            </a:r>
            <a:br>
              <a:rPr lang="en-US" dirty="0" smtClean="0"/>
            </a:br>
            <a:r>
              <a:rPr lang="en-US" dirty="0" smtClean="0"/>
              <a:t>[    0.000000] BIOS-provided physical RAM map: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0x0000000000000000-0x000000000009fbff] usable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0x000000000009fc00-0x000000000009ffff] reserved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0x00000000000f0000-0x00000000000fffff] reserved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0x0000000000100000-0x00000000dffeffff] usable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0x00000000dfff0000-0x00000000dfffffff] ACPI data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0x00000000fec00000-0x00000000fec00fff] reserved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0x00000000fee00000-0x00000000fee00fff] reserved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0x00000000fffc0000-0x00000000ffffffff] reserved</a:t>
            </a:r>
          </a:p>
          <a:p>
            <a:pPr marL="0" indent="0">
              <a:buNone/>
            </a:pPr>
            <a:r>
              <a:rPr lang="en-US" dirty="0" smtClean="0"/>
              <a:t>[    0.000000] BIOS-e820: [mem 0x0000000100000000-0x0000000</a:t>
            </a:r>
            <a:r>
              <a:rPr lang="en-US" b="1" dirty="0" smtClean="0"/>
              <a:t>11fffffff</a:t>
            </a:r>
            <a:r>
              <a:rPr lang="en-US" dirty="0" smtClean="0"/>
              <a:t>] usable</a:t>
            </a:r>
          </a:p>
          <a:p>
            <a:pPr marL="0" indent="0">
              <a:buNone/>
            </a:pPr>
            <a:r>
              <a:rPr lang="en-US" dirty="0" smtClean="0"/>
              <a:t>…  Notice that 11FFFFFFF  corresponds to 4GB .. The amount of RAM on my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241561"/>
            <a:ext cx="4127733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 smtClean="0"/>
              <a:t>Also see cat /sys/firmware/</a:t>
            </a:r>
            <a:r>
              <a:rPr lang="en-US" sz="2000" dirty="0" err="1" smtClean="0"/>
              <a:t>memmap</a:t>
            </a:r>
            <a:r>
              <a:rPr lang="en-US" sz="2000" dirty="0" smtClean="0"/>
              <a:t>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1330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BIOS and UEFI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BIOS – old PC style:</a:t>
            </a:r>
          </a:p>
          <a:p>
            <a:pPr lvl="1"/>
            <a:r>
              <a:rPr lang="en-US" dirty="0" smtClean="0"/>
              <a:t>Meant for the earlier smaller configuration disks/partitions</a:t>
            </a:r>
          </a:p>
          <a:p>
            <a:pPr lvl="1"/>
            <a:r>
              <a:rPr lang="en-US" dirty="0" smtClean="0"/>
              <a:t>Boot from the MBR (containing a partition table)</a:t>
            </a:r>
          </a:p>
          <a:p>
            <a:pPr lvl="1"/>
            <a:r>
              <a:rPr lang="en-US" dirty="0" smtClean="0"/>
              <a:t>Small in size</a:t>
            </a:r>
          </a:p>
          <a:p>
            <a:r>
              <a:rPr lang="en-US" dirty="0" smtClean="0"/>
              <a:t>UEFI – new generation support for booting:</a:t>
            </a:r>
          </a:p>
          <a:p>
            <a:pPr lvl="1"/>
            <a:r>
              <a:rPr lang="en-US" dirty="0" smtClean="0"/>
              <a:t>Can support much larger configuration of disks/partitions</a:t>
            </a:r>
          </a:p>
          <a:p>
            <a:pPr lvl="1"/>
            <a:r>
              <a:rPr lang="en-US" dirty="0" smtClean="0"/>
              <a:t>Boot from a GPT</a:t>
            </a:r>
          </a:p>
          <a:p>
            <a:pPr lvl="1"/>
            <a:r>
              <a:rPr lang="en-US" dirty="0" smtClean="0"/>
              <a:t>Much larger than BIOS</a:t>
            </a:r>
          </a:p>
          <a:p>
            <a:r>
              <a:rPr lang="en-US" dirty="0" smtClean="0"/>
              <a:t>Which one did my Linux boot with?</a:t>
            </a:r>
          </a:p>
          <a:p>
            <a:pPr lvl="1"/>
            <a:r>
              <a:rPr lang="en-US" dirty="0" smtClean="0"/>
              <a:t>Check if /sys/firmware/</a:t>
            </a:r>
            <a:r>
              <a:rPr lang="en-US" dirty="0" err="1" smtClean="0"/>
              <a:t>efi</a:t>
            </a:r>
            <a:r>
              <a:rPr lang="en-US" dirty="0" smtClean="0"/>
              <a:t> exists  OR if  </a:t>
            </a:r>
            <a:r>
              <a:rPr lang="en-US" dirty="0" err="1" smtClean="0"/>
              <a:t>dmesg</a:t>
            </a:r>
            <a:r>
              <a:rPr lang="en-US" dirty="0" smtClean="0"/>
              <a:t> | </a:t>
            </a:r>
            <a:r>
              <a:rPr lang="en-US" dirty="0" err="1" smtClean="0"/>
              <a:t>grep</a:t>
            </a:r>
            <a:r>
              <a:rPr lang="en-US" dirty="0" smtClean="0"/>
              <a:t> EFI shows any activity</a:t>
            </a:r>
          </a:p>
          <a:p>
            <a:pPr lvl="1"/>
            <a:r>
              <a:rPr lang="en-US" dirty="0" smtClean="0"/>
              <a:t>If not its BIOS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01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with BIOS (old)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42428" cy="4351338"/>
          </a:xfrm>
        </p:spPr>
        <p:txBody>
          <a:bodyPr/>
          <a:lstStyle/>
          <a:p>
            <a:r>
              <a:rPr lang="en-US" dirty="0" smtClean="0"/>
              <a:t>Switch on causes the CPU to go to  fixed memory and start executing. That is the bios memory</a:t>
            </a:r>
          </a:p>
          <a:p>
            <a:r>
              <a:rPr lang="en-US" dirty="0" smtClean="0"/>
              <a:t>BIOS starts executing</a:t>
            </a:r>
          </a:p>
          <a:p>
            <a:pPr lvl="1"/>
            <a:r>
              <a:rPr lang="en-US" dirty="0" smtClean="0"/>
              <a:t>Does a bunch of tests</a:t>
            </a:r>
          </a:p>
          <a:p>
            <a:pPr lvl="1"/>
            <a:r>
              <a:rPr lang="en-US" dirty="0" smtClean="0"/>
              <a:t>Looks for the MBR</a:t>
            </a:r>
          </a:p>
          <a:p>
            <a:pPr lvl="2"/>
            <a:r>
              <a:rPr lang="en-US" dirty="0" smtClean="0"/>
              <a:t>Loads bootloader and PT from MBR </a:t>
            </a:r>
          </a:p>
          <a:p>
            <a:pPr lvl="2"/>
            <a:r>
              <a:rPr lang="en-US" dirty="0" smtClean="0"/>
              <a:t>The bootloader interprets the PT and runs the appropriate OS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299938" y="900332"/>
            <a:ext cx="1252025" cy="56974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7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with UEFI (new)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Switch on causes the IP to go to  fixed memory and start executing. That is the bios memory</a:t>
            </a:r>
          </a:p>
          <a:p>
            <a:r>
              <a:rPr lang="en-US" dirty="0" smtClean="0"/>
              <a:t>BIOS starts executing</a:t>
            </a:r>
          </a:p>
          <a:p>
            <a:pPr lvl="1"/>
            <a:r>
              <a:rPr lang="en-US" dirty="0" smtClean="0"/>
              <a:t>Does a bunch of tests</a:t>
            </a:r>
          </a:p>
          <a:p>
            <a:pPr lvl="1"/>
            <a:r>
              <a:rPr lang="en-US" dirty="0" smtClean="0"/>
              <a:t>Looks for the MBR</a:t>
            </a:r>
          </a:p>
          <a:p>
            <a:pPr lvl="2"/>
            <a:r>
              <a:rPr lang="en-US" dirty="0" smtClean="0"/>
              <a:t>Loads bootloader code and PT from MBR </a:t>
            </a:r>
          </a:p>
          <a:p>
            <a:pPr lvl="2"/>
            <a:r>
              <a:rPr lang="en-US" dirty="0" smtClean="0"/>
              <a:t>The bootloader code interprets the PT and runs the appropriate 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91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3493</TotalTime>
  <Words>239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How does it boot</vt:lpstr>
      <vt:lpstr>Knowing your system</vt:lpstr>
      <vt:lpstr>Grub</vt:lpstr>
      <vt:lpstr>PHYSICAL RAM</vt:lpstr>
      <vt:lpstr>BIOS and UEFI</vt:lpstr>
      <vt:lpstr>Process with BIOS (old)</vt:lpstr>
      <vt:lpstr>Process with UEFI (new)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does it boot</dc:title>
  <dc:creator>Badrinath R</dc:creator>
  <cp:lastModifiedBy>Badrinath R</cp:lastModifiedBy>
  <cp:revision>12</cp:revision>
  <dcterms:created xsi:type="dcterms:W3CDTF">2024-05-17T06:49:22Z</dcterms:created>
  <dcterms:modified xsi:type="dcterms:W3CDTF">2025-02-22T13:01:13Z</dcterms:modified>
</cp:coreProperties>
</file>